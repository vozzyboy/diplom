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Relationship Id="rId4" Type="http://schemas.openxmlformats.org/officeDocument/2006/relationships/custom-properties" Target="docProps/custom.xml" 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18288000" cy="10287000"/>
  <p:notesSz cx="10287000" cy="18288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IST_MAST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b61f65-5f82-89e9-8000-0000f14485cc.png?kimi-sig=KEr8pOCuYUOkZIc1U3JonQrZ-jQA57f2rbGfPuqpvUc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b61f6e-f352-89da-8000-0000a13b4171.png?kimi-sig=Sp50S4rqhr3EPqyCfR-Beo5jRg440B3ulHD3GiD5Z8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b61f6b-2432-8114-8000-00000ac86796.png?kimi-sig=iuRG6oEZAR9gixtHbBHNwq7Vbl1THDcXUoAJNRjPF48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b61f6d-0dd2-88da-8000-00007a4d05de.png?kimi-sig=d65GYRmPgqKzD9FbGPJrK36ruKvA5djRCEe0jOcny8Q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b61f6b-03e2-8649-8000-00008314bc64.png?kimi-sig=dHHmWtlsav_mjKd1fyC30Gn5Scy2uYhVGW1xlw2aE5A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b61f6d-c292-8e85-8000-0000053be208.png?kimi-sig=53_iqz-NZnswMyy5Aa3mto-KQ9F9NcST23W-3p2ClMA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b61f74-cf02-8fda-8000-0000deaa5c84.png?kimi-sig=jIjNMwSQRLseK-LAJG4uHJ6TaS34To_V97xLj1A2Id0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b61f78-5782-8e59-8000-00009536337c.png?kimi-sig=CDVUynXw-E4aeB3DdH-rYz_cZT87Fj6bIyLcSgqB9sU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b61f7d-0662-819a-8000-00001e1da3d4.png?kimi-sig=tpQNaJ_hEAk3PKEaQwuLvQDYTvKdN0gvcABqn_imVQ8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b61f74-f822-85f2-8000-0000d56ef308.png?kimi-sig=GdW-JlR7fjwDGtygUaOHrx07D9ib5wQdoRdtbDEvEU0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b61f76-5412-8a06-8000-0000de29f079.png?kimi-sig=xmJOyf6HHfNj3i9R9QzydlGAfQh0MwtASRo0_46_Wb0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b61f83-1b22-86db-8000-0000275de683.png?kimi-sig=DHM_s_bPFvV0QDwkVGx3t1tfVn-RuNOr-QWZeYo5en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b61f83-f322-8813-8000-0000b00d1cbc.png?kimi-sig=V6ZImb9Dz8JedQMAsUCx3REfOkOwopenJQmUShj725k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b61f83-2382-87e8-8000-0000963ce113.png?kimi-sig=hbgvk58VM6SPkIIoLj4_1CS7Ofg4TGBt6cIO-T1VGdU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b61f8d-91f2-8ec3-8000-00003ccac7b6.png?kimi-sig=IAAiVLBAPeGdI-ztU0K14gStxfS_XKva6gpfN54AyR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b61f83-4cb2-8c7e-8000-0000790a9b5e.png?kimi-sig=oLKnUva5MsQ3510BqcPLaZtlMyV87PnCesEKzbtDnXA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b61f94-cc52-8f2b-8000-000048eff8ae.png?kimi-sig=U_SrtMEFYvCWtwmGVBtGK_JlAzfv4lMEa-7qFrER0F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b61f92-8fa2-87e5-8000-0000d024b2b7.png?kimi-sig=estbPPt36EbzqChw7u9l7cNmKusvsNOtyDo_8VuPK9Q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theme/theme1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333333"/>
      </a:dk2>
      <a:lt2>
        <a:srgbClr val="eeeeee"/>
      </a:lt2>
      <a:accent1>
        <a:srgbClr val="8daac2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Moonshot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Защита LLM от prompt-инъекций: Ensemble-фильтр</dc:title>
  <dc:subject>Защита LLM от prompt-инъекций: Ensemble-фильтр</dc:subject>
  <dc:creator>Kimi</dc:creator>
  <cp:lastModifiedBy>Kimi</cp:lastModifiedBy>
  <cp:revision>1</cp:revision>
  <dcterms:created xsi:type="dcterms:W3CDTF">2025-12-27T22:43:23Z</dcterms:created>
  <dcterms:modified xsi:type="dcterms:W3CDTF">2025-12-27T22:43:23Z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4" name="AIGC">
    <vt:lpwstr>{"Label":"Защита LLM от prompt-инъекций: Ensemble-фильтр","ContentProducer":"001191110108MACG2KBH8F10000","ProduceID":"19b61f5f-d892-894d-8000-0000f7ffbce0","ReservedCode1":"","ContentPropagator":"001191110108MACG2KBH8F20000","PropagateID":"19b61f5f-d892-894d-8000-0000f7ffbce0","ReservedCode2":""}</vt:lpwstr>
  </property>
</Properties>
</file>